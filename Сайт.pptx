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60" r:id="rId3"/>
    <p:sldId id="261" r:id="rId4"/>
    <p:sldId id="257" r:id="rId5"/>
    <p:sldId id="25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8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05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4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3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9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6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0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4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82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95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72" r:id="rId4"/>
    <p:sldLayoutId id="2147483673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31" name="Picture 3" descr="Цветной жидкостной контур">
            <a:extLst>
              <a:ext uri="{FF2B5EF4-FFF2-40B4-BE49-F238E27FC236}">
                <a16:creationId xmlns:a16="http://schemas.microsoft.com/office/drawing/2014/main" id="{6AD33F97-112D-C5F3-5BB1-F3E2FEC436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48" b="6695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5EEC8-D9EC-9C6C-7AC1-7C81C8B05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pPr algn="ctr"/>
            <a:r>
              <a:rPr lang="ru-RU" sz="6600" dirty="0"/>
              <a:t>Сайт </a:t>
            </a:r>
            <a:br>
              <a:rPr lang="ru-RU" sz="6600" dirty="0"/>
            </a:br>
            <a:r>
              <a:rPr lang="ru-RU" sz="6600" dirty="0"/>
              <a:t>«Суд будет!»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C10619-CD15-C308-1427-6FA7BEF59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ru-RU" sz="2400" dirty="0"/>
              <a:t>Выполнил</a:t>
            </a:r>
            <a:r>
              <a:rPr lang="en-US" sz="2400" dirty="0"/>
              <a:t>: </a:t>
            </a:r>
            <a:r>
              <a:rPr lang="ru-RU" sz="2400" dirty="0" err="1"/>
              <a:t>Чукаев</a:t>
            </a:r>
            <a:r>
              <a:rPr lang="ru-RU" sz="2400" dirty="0"/>
              <a:t> Сергей Владимирович, ИСИП 3 группа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349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DD5E4-DE06-6928-41BD-6E0D3425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C559C-6BAD-E5BE-47D9-273542A70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Клиенты ищут юристов через интернет из дома</a:t>
            </a:r>
          </a:p>
          <a:p>
            <a:r>
              <a:rPr lang="ru-RU" dirty="0"/>
              <a:t>Сайт работает 24/7</a:t>
            </a:r>
          </a:p>
          <a:p>
            <a:r>
              <a:rPr lang="ru-RU" dirty="0"/>
              <a:t>Клиент сразу видит цену и перечень услуг</a:t>
            </a:r>
          </a:p>
        </p:txBody>
      </p:sp>
    </p:spTree>
    <p:extLst>
      <p:ext uri="{BB962C8B-B14F-4D97-AF65-F5344CB8AC3E}">
        <p14:creationId xmlns:p14="http://schemas.microsoft.com/office/powerpoint/2010/main" val="12741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F935A-7C81-4064-177B-35D5A749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ABBFF2-A16B-37BB-12D8-73E7E6D89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Header</a:t>
            </a:r>
            <a:r>
              <a:rPr lang="ru-RU" dirty="0"/>
              <a:t> – Логотип</a:t>
            </a:r>
          </a:p>
          <a:p>
            <a:r>
              <a:rPr lang="en-US" dirty="0"/>
              <a:t>Section – </a:t>
            </a:r>
            <a:r>
              <a:rPr lang="ru-RU" dirty="0"/>
              <a:t>О нас, описание опыта</a:t>
            </a:r>
          </a:p>
          <a:p>
            <a:r>
              <a:rPr lang="en-US" dirty="0"/>
              <a:t>Section – </a:t>
            </a:r>
            <a:r>
              <a:rPr lang="ru-RU" dirty="0"/>
              <a:t>Прайс лист, таблица цен</a:t>
            </a:r>
          </a:p>
          <a:p>
            <a:r>
              <a:rPr lang="en-US" dirty="0"/>
              <a:t>Section – </a:t>
            </a:r>
            <a:r>
              <a:rPr lang="ru-RU" dirty="0"/>
              <a:t>Контакты, форма записи</a:t>
            </a:r>
          </a:p>
          <a:p>
            <a:r>
              <a:rPr lang="en-US" dirty="0"/>
              <a:t>Footer </a:t>
            </a:r>
            <a:r>
              <a:rPr lang="ru-RU" dirty="0"/>
              <a:t>- Копирайт</a:t>
            </a:r>
          </a:p>
        </p:txBody>
      </p:sp>
    </p:spTree>
    <p:extLst>
      <p:ext uri="{BB962C8B-B14F-4D97-AF65-F5344CB8AC3E}">
        <p14:creationId xmlns:p14="http://schemas.microsoft.com/office/powerpoint/2010/main" val="343752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B25CD-9247-7906-5433-27A771AF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B4C1AF-600F-9007-C42B-F5B946C0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Главная страница</a:t>
            </a:r>
            <a:r>
              <a:rPr lang="en-US" dirty="0"/>
              <a:t>: </a:t>
            </a:r>
            <a:r>
              <a:rPr lang="ru-RU" dirty="0"/>
              <a:t>Привлекает внимание, содержит призыв к </a:t>
            </a:r>
            <a:r>
              <a:rPr lang="ru-RU" dirty="0" err="1"/>
              <a:t>дейсвтию</a:t>
            </a:r>
            <a:endParaRPr lang="ru-RU" dirty="0"/>
          </a:p>
          <a:p>
            <a:r>
              <a:rPr lang="ru-RU" dirty="0"/>
              <a:t>Блок информации</a:t>
            </a:r>
            <a:r>
              <a:rPr lang="en-US" dirty="0"/>
              <a:t>: </a:t>
            </a:r>
            <a:r>
              <a:rPr lang="ru-RU" dirty="0"/>
              <a:t>Описание компании и опыта работы ( вызывает доверие)</a:t>
            </a:r>
          </a:p>
          <a:p>
            <a:r>
              <a:rPr lang="ru-RU" dirty="0"/>
              <a:t>Таблица цен</a:t>
            </a:r>
            <a:r>
              <a:rPr lang="en-US" dirty="0"/>
              <a:t>: </a:t>
            </a:r>
            <a:r>
              <a:rPr lang="ru-RU" dirty="0"/>
              <a:t>Четкий и понятный прайс лист на услуги</a:t>
            </a:r>
          </a:p>
          <a:p>
            <a:r>
              <a:rPr lang="ru-RU" dirty="0"/>
              <a:t>Форма обратной связи</a:t>
            </a:r>
            <a:r>
              <a:rPr lang="en-US" dirty="0"/>
              <a:t>: </a:t>
            </a:r>
            <a:r>
              <a:rPr lang="ru-RU" dirty="0"/>
              <a:t>Позволяет клиенту оставить заявку на консультацию онлайн 24/7</a:t>
            </a:r>
          </a:p>
        </p:txBody>
      </p:sp>
    </p:spTree>
    <p:extLst>
      <p:ext uri="{BB962C8B-B14F-4D97-AF65-F5344CB8AC3E}">
        <p14:creationId xmlns:p14="http://schemas.microsoft.com/office/powerpoint/2010/main" val="2041115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DF61E-3AFE-B37E-FC69-11D23D79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688CAB-B66E-8769-0721-77202E130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разработке я использовал теги </a:t>
            </a:r>
            <a:r>
              <a:rPr lang="en-US" dirty="0"/>
              <a:t>&lt;header&gt;, &lt;section&gt;, &lt;footer&gt;, &lt;nav&gt; </a:t>
            </a:r>
            <a:r>
              <a:rPr lang="ru-RU" dirty="0"/>
              <a:t>для правильной структуры сайта, в </a:t>
            </a:r>
            <a:r>
              <a:rPr lang="en-US" dirty="0"/>
              <a:t>CSS</a:t>
            </a:r>
            <a:r>
              <a:rPr lang="ru-RU" dirty="0"/>
              <a:t> использовал </a:t>
            </a:r>
            <a:r>
              <a:rPr lang="en-US" dirty="0"/>
              <a:t>Flexbox </a:t>
            </a:r>
            <a:r>
              <a:rPr lang="ru-RU" dirty="0"/>
              <a:t>для адаптивного выравнивания блока «О нас», использовал псевдо класс </a:t>
            </a:r>
            <a:r>
              <a:rPr lang="en-US" dirty="0"/>
              <a:t>:hover</a:t>
            </a:r>
            <a:r>
              <a:rPr lang="ru-RU" dirty="0"/>
              <a:t> для анимации кнопок, </a:t>
            </a:r>
            <a:r>
              <a:rPr lang="en-US" dirty="0"/>
              <a:t>:nth</a:t>
            </a:r>
            <a:r>
              <a:rPr lang="ru-RU" dirty="0"/>
              <a:t>-</a:t>
            </a:r>
            <a:r>
              <a:rPr lang="en-US" dirty="0"/>
              <a:t>child</a:t>
            </a:r>
            <a:r>
              <a:rPr lang="ru-RU" dirty="0"/>
              <a:t> для стилизации таблицы зебры, </a:t>
            </a:r>
            <a:r>
              <a:rPr lang="en-US" dirty="0"/>
              <a:t>:focus</a:t>
            </a:r>
            <a:r>
              <a:rPr lang="ru-RU" dirty="0"/>
              <a:t> акцент на полях формы. Псевдо элементы</a:t>
            </a:r>
            <a:r>
              <a:rPr lang="en-US" dirty="0"/>
              <a:t> – ::after </a:t>
            </a:r>
            <a:r>
              <a:rPr lang="ru-RU" dirty="0"/>
              <a:t>для создания стильных декоративных линий под заголовком.</a:t>
            </a:r>
          </a:p>
        </p:txBody>
      </p:sp>
    </p:spTree>
    <p:extLst>
      <p:ext uri="{BB962C8B-B14F-4D97-AF65-F5344CB8AC3E}">
        <p14:creationId xmlns:p14="http://schemas.microsoft.com/office/powerpoint/2010/main" val="226853008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182</Words>
  <Application>Microsoft Office PowerPoint</Application>
  <PresentationFormat>Широкоэкранный</PresentationFormat>
  <Paragraphs>19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Bierstadt</vt:lpstr>
      <vt:lpstr>Neue Haas Grotesk Text Pro</vt:lpstr>
      <vt:lpstr>GestaltVTI</vt:lpstr>
      <vt:lpstr>Сайт  «Суд будет!»</vt:lpstr>
      <vt:lpstr>Актуальность темы</vt:lpstr>
      <vt:lpstr>Структура сайта</vt:lpstr>
      <vt:lpstr>Функционал сайта</vt:lpstr>
      <vt:lpstr>Используемые технологии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freigh collapse</dc:creator>
  <cp:lastModifiedBy>freigh collapse</cp:lastModifiedBy>
  <cp:revision>1</cp:revision>
  <dcterms:created xsi:type="dcterms:W3CDTF">2025-12-15T21:16:46Z</dcterms:created>
  <dcterms:modified xsi:type="dcterms:W3CDTF">2025-12-15T21:33:06Z</dcterms:modified>
</cp:coreProperties>
</file>